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09FDF-9898-4CFE-A2FA-D2F931D789AE}" type="datetimeFigureOut">
              <a:rPr lang="en-IN" smtClean="0"/>
              <a:t>17-01-2024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99C22-FDAA-4C02-8908-951F8C57DAA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1193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09FDF-9898-4CFE-A2FA-D2F931D789AE}" type="datetimeFigureOut">
              <a:rPr lang="en-IN" smtClean="0"/>
              <a:t>17-01-2024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99C22-FDAA-4C02-8908-951F8C57DAA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1939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09FDF-9898-4CFE-A2FA-D2F931D789AE}" type="datetimeFigureOut">
              <a:rPr lang="en-IN" smtClean="0"/>
              <a:t>17-01-2024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99C22-FDAA-4C02-8908-951F8C57DAA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010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09FDF-9898-4CFE-A2FA-D2F931D789AE}" type="datetimeFigureOut">
              <a:rPr lang="en-IN" smtClean="0"/>
              <a:t>17-01-2024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99C22-FDAA-4C02-8908-951F8C57DAA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8630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09FDF-9898-4CFE-A2FA-D2F931D789AE}" type="datetimeFigureOut">
              <a:rPr lang="en-IN" smtClean="0"/>
              <a:t>17-01-2024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99C22-FDAA-4C02-8908-951F8C57DAA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4850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09FDF-9898-4CFE-A2FA-D2F931D789AE}" type="datetimeFigureOut">
              <a:rPr lang="en-IN" smtClean="0"/>
              <a:t>17-01-2024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99C22-FDAA-4C02-8908-951F8C57DAA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9620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09FDF-9898-4CFE-A2FA-D2F931D789AE}" type="datetimeFigureOut">
              <a:rPr lang="en-IN" smtClean="0"/>
              <a:t>17-01-2024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99C22-FDAA-4C02-8908-951F8C57DAA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7451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09FDF-9898-4CFE-A2FA-D2F931D789AE}" type="datetimeFigureOut">
              <a:rPr lang="en-IN" smtClean="0"/>
              <a:t>17-01-2024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99C22-FDAA-4C02-8908-951F8C57DAA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9892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09FDF-9898-4CFE-A2FA-D2F931D789AE}" type="datetimeFigureOut">
              <a:rPr lang="en-IN" smtClean="0"/>
              <a:t>17-01-2024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99C22-FDAA-4C02-8908-951F8C57DAA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6889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09FDF-9898-4CFE-A2FA-D2F931D789AE}" type="datetimeFigureOut">
              <a:rPr lang="en-IN" smtClean="0"/>
              <a:t>17-01-2024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99C22-FDAA-4C02-8908-951F8C57DAA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4387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09FDF-9898-4CFE-A2FA-D2F931D789AE}" type="datetimeFigureOut">
              <a:rPr lang="en-IN" smtClean="0"/>
              <a:t>17-01-2024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99C22-FDAA-4C02-8908-951F8C57DAA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9593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909FDF-9898-4CFE-A2FA-D2F931D789AE}" type="datetimeFigureOut">
              <a:rPr lang="en-IN" smtClean="0"/>
              <a:t>17-01-2024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99C22-FDAA-4C02-8908-951F8C57DAA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9306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9023" y="79130"/>
            <a:ext cx="9144000" cy="1004155"/>
          </a:xfrm>
        </p:spPr>
        <p:txBody>
          <a:bodyPr/>
          <a:lstStyle/>
          <a:p>
            <a:r>
              <a:rPr lang="en-IN" dirty="0" smtClean="0"/>
              <a:t>Syllabus for Frontend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4084" y="1632560"/>
            <a:ext cx="6315808" cy="4337417"/>
          </a:xfrm>
        </p:spPr>
        <p:txBody>
          <a:bodyPr>
            <a:noAutofit/>
          </a:bodyPr>
          <a:lstStyle/>
          <a:p>
            <a:r>
              <a:rPr lang="en-IN" sz="3200" dirty="0" smtClean="0">
                <a:solidFill>
                  <a:srgbClr val="00B050"/>
                </a:solidFill>
              </a:rPr>
              <a:t>HTML</a:t>
            </a:r>
          </a:p>
          <a:p>
            <a:endParaRPr lang="en-IN" sz="3200" dirty="0" smtClean="0">
              <a:solidFill>
                <a:srgbClr val="00B050"/>
              </a:solidFill>
            </a:endParaRPr>
          </a:p>
          <a:p>
            <a:r>
              <a:rPr lang="en-IN" sz="3200" dirty="0" smtClean="0">
                <a:solidFill>
                  <a:srgbClr val="00B050"/>
                </a:solidFill>
              </a:rPr>
              <a:t>CSS</a:t>
            </a:r>
          </a:p>
          <a:p>
            <a:endParaRPr lang="en-IN" sz="3200" dirty="0" smtClean="0"/>
          </a:p>
          <a:p>
            <a:r>
              <a:rPr lang="en-IN" sz="3200" dirty="0" smtClean="0">
                <a:solidFill>
                  <a:schemeClr val="accent2">
                    <a:lumMod val="75000"/>
                  </a:schemeClr>
                </a:solidFill>
              </a:rPr>
              <a:t>Bootstrap</a:t>
            </a:r>
          </a:p>
          <a:p>
            <a:endParaRPr lang="en-IN" sz="3200" dirty="0" smtClean="0"/>
          </a:p>
          <a:p>
            <a:r>
              <a:rPr lang="en-IN" sz="3200" dirty="0" smtClean="0"/>
              <a:t>JavaScript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747049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7586"/>
            <a:ext cx="12191999" cy="1004155"/>
          </a:xfrm>
        </p:spPr>
        <p:txBody>
          <a:bodyPr/>
          <a:lstStyle/>
          <a:p>
            <a:r>
              <a:rPr lang="en-IN" dirty="0" smtClean="0"/>
              <a:t>HTML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6332" y="2303586"/>
            <a:ext cx="4563208" cy="2039814"/>
          </a:xfrm>
        </p:spPr>
        <p:txBody>
          <a:bodyPr>
            <a:noAutofit/>
          </a:bodyPr>
          <a:lstStyle/>
          <a:p>
            <a:pPr algn="l"/>
            <a:r>
              <a:rPr lang="en-IN" sz="2800" dirty="0" smtClean="0"/>
              <a:t>Basics/Introduction of HTML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600" dirty="0" smtClean="0"/>
              <a:t>Document structure(basic syntax)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600" dirty="0" smtClean="0"/>
              <a:t>Tags and attributes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600" dirty="0" smtClean="0"/>
              <a:t>Headings, paragraph, links, list, form and more…</a:t>
            </a:r>
            <a:endParaRPr lang="en-IN" sz="1600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600" dirty="0" smtClean="0"/>
              <a:t>Semantic elements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7362094" y="2303586"/>
            <a:ext cx="2247899" cy="1702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3200" dirty="0" smtClean="0"/>
              <a:t>Media Tags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000" dirty="0" smtClean="0"/>
              <a:t>Audio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000" dirty="0" smtClean="0"/>
              <a:t>Video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000" dirty="0" smtClean="0"/>
              <a:t>iframe</a:t>
            </a:r>
          </a:p>
        </p:txBody>
      </p:sp>
    </p:spTree>
    <p:extLst>
      <p:ext uri="{BB962C8B-B14F-4D97-AF65-F5344CB8AC3E}">
        <p14:creationId xmlns:p14="http://schemas.microsoft.com/office/powerpoint/2010/main" val="3923664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7586"/>
            <a:ext cx="12191999" cy="1004155"/>
          </a:xfrm>
        </p:spPr>
        <p:txBody>
          <a:bodyPr/>
          <a:lstStyle/>
          <a:p>
            <a:r>
              <a:rPr lang="en-IN" dirty="0" smtClean="0"/>
              <a:t>CSS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509" y="1793631"/>
            <a:ext cx="5732583" cy="1907929"/>
          </a:xfrm>
        </p:spPr>
        <p:txBody>
          <a:bodyPr>
            <a:noAutofit/>
          </a:bodyPr>
          <a:lstStyle/>
          <a:p>
            <a:pPr algn="l"/>
            <a:r>
              <a:rPr lang="en-IN" sz="2800" dirty="0" smtClean="0"/>
              <a:t>Basics/Introduction of CSS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600" dirty="0" smtClean="0"/>
              <a:t>Id and class selector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600" dirty="0" smtClean="0"/>
              <a:t>Explore the CSS properties and how we bind up in selector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600" dirty="0" smtClean="0"/>
              <a:t>Some CSS property: - (margin, padding, float, display, position, text styling, google fonts, block level or inline tags) and more</a:t>
            </a:r>
          </a:p>
          <a:p>
            <a:pPr algn="l"/>
            <a:endParaRPr lang="en-IN" sz="1600" dirty="0" smtClean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699741" y="1793631"/>
            <a:ext cx="4510452" cy="25497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3200" dirty="0" smtClean="0"/>
              <a:t>Adv. CSS Techniques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000" dirty="0" smtClean="0"/>
              <a:t>Border radius, box/text shadow,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000" dirty="0" smtClean="0"/>
              <a:t>Creating complex layouts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000" dirty="0" smtClean="0"/>
              <a:t>Flexbox or grid layout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000" dirty="0" smtClean="0"/>
              <a:t>Responsive web design principles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000" dirty="0" smtClean="0"/>
              <a:t>Media queries and mobile first design</a:t>
            </a:r>
          </a:p>
        </p:txBody>
      </p:sp>
    </p:spTree>
    <p:extLst>
      <p:ext uri="{BB962C8B-B14F-4D97-AF65-F5344CB8AC3E}">
        <p14:creationId xmlns:p14="http://schemas.microsoft.com/office/powerpoint/2010/main" val="420241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7586"/>
            <a:ext cx="12191999" cy="1004155"/>
          </a:xfrm>
        </p:spPr>
        <p:txBody>
          <a:bodyPr/>
          <a:lstStyle/>
          <a:p>
            <a:r>
              <a:rPr lang="en-US" dirty="0" smtClean="0"/>
              <a:t>Bootstrap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" y="1793631"/>
            <a:ext cx="5864468" cy="2848707"/>
          </a:xfrm>
        </p:spPr>
        <p:txBody>
          <a:bodyPr>
            <a:noAutofit/>
          </a:bodyPr>
          <a:lstStyle/>
          <a:p>
            <a:pPr algn="l"/>
            <a:r>
              <a:rPr lang="en-IN" sz="2800" dirty="0" smtClean="0"/>
              <a:t>Basics/Introduction of Bootstrap v4.6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600" dirty="0" smtClean="0"/>
              <a:t>Container/container fluid, row, col, grid system </a:t>
            </a:r>
            <a:r>
              <a:rPr lang="en-US" sz="1600" dirty="0" smtClean="0"/>
              <a:t>Flexbox, nesting grid system, utility classes(display, margin, padding)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600" dirty="0" smtClean="0"/>
              <a:t>Float, clear fix, position overflow, template design technique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600" dirty="0" smtClean="0"/>
              <a:t>Color, background color, text or list style, button classes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600" dirty="0" smtClean="0"/>
              <a:t>List or table classes, alert</a:t>
            </a:r>
            <a:endParaRPr lang="en-IN" sz="1600" dirty="0" smtClean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699741" y="1793631"/>
            <a:ext cx="4211513" cy="24794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dirty="0" smtClean="0"/>
              <a:t>Adv. Bootstrap v5+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600" dirty="0" smtClean="0"/>
              <a:t>Pagination, breadcrumb classes</a:t>
            </a:r>
            <a:endParaRPr lang="en-IN" sz="1600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600" dirty="0" smtClean="0"/>
              <a:t>Explore new grid system breakpoint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600" dirty="0" smtClean="0"/>
              <a:t>Form classes, nav / nav bar classes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600" dirty="0" smtClean="0"/>
              <a:t>Image or video, shadow, card classes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600" dirty="0" smtClean="0"/>
              <a:t>Jumbotron, progress bar, tooltip, popover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600" dirty="0" smtClean="0"/>
              <a:t>Modal, Accordion, tab, carousal</a:t>
            </a:r>
          </a:p>
        </p:txBody>
      </p:sp>
    </p:spTree>
    <p:extLst>
      <p:ext uri="{BB962C8B-B14F-4D97-AF65-F5344CB8AC3E}">
        <p14:creationId xmlns:p14="http://schemas.microsoft.com/office/powerpoint/2010/main" val="2080109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7586"/>
            <a:ext cx="12191999" cy="1004155"/>
          </a:xfrm>
        </p:spPr>
        <p:txBody>
          <a:bodyPr/>
          <a:lstStyle/>
          <a:p>
            <a:r>
              <a:rPr lang="en-IN" dirty="0" smtClean="0"/>
              <a:t>JavaScript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509" y="1793632"/>
            <a:ext cx="5732583" cy="1960684"/>
          </a:xfrm>
        </p:spPr>
        <p:txBody>
          <a:bodyPr>
            <a:noAutofit/>
          </a:bodyPr>
          <a:lstStyle/>
          <a:p>
            <a:pPr algn="l"/>
            <a:r>
              <a:rPr lang="en-IN" sz="2800" dirty="0" smtClean="0"/>
              <a:t>Basics/Introduction of JavaScript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600" dirty="0" smtClean="0"/>
              <a:t>Variable, data-types, operators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600" dirty="0" smtClean="0"/>
              <a:t>Control flow(if else, loops)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600" dirty="0" smtClean="0"/>
              <a:t>String, array, object, function and his scope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600" dirty="0" smtClean="0"/>
              <a:t>Dom manipulation traversing and event handling</a:t>
            </a:r>
          </a:p>
          <a:p>
            <a:pPr algn="l"/>
            <a:endParaRPr lang="en-IN" sz="1600" dirty="0" smtClean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723792" y="1793631"/>
            <a:ext cx="5486401" cy="18200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3200" dirty="0" smtClean="0"/>
              <a:t>Adv. JavaScript concepts</a:t>
            </a:r>
            <a:endParaRPr lang="en-IN" sz="2000" dirty="0" smtClean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000" dirty="0" smtClean="0"/>
              <a:t>OOPs ES6 features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000" dirty="0" smtClean="0"/>
              <a:t>Arrow function, promise, a sync-await, AJAX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000" dirty="0" smtClean="0"/>
              <a:t>Call back functions their limitations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sz="2000" dirty="0" smtClean="0"/>
          </a:p>
        </p:txBody>
      </p:sp>
    </p:spTree>
    <p:extLst>
      <p:ext uri="{BB962C8B-B14F-4D97-AF65-F5344CB8AC3E}">
        <p14:creationId xmlns:p14="http://schemas.microsoft.com/office/powerpoint/2010/main" val="2165317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266</Words>
  <Application>Microsoft Office PowerPoint</Application>
  <PresentationFormat>Widescreen</PresentationFormat>
  <Paragraphs>52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Office Theme</vt:lpstr>
      <vt:lpstr>Syllabus for Frontend</vt:lpstr>
      <vt:lpstr>HTML</vt:lpstr>
      <vt:lpstr>CSS</vt:lpstr>
      <vt:lpstr>Bootstrap</vt:lpstr>
      <vt:lpstr>JavaScript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Syllabus for Frontend</dc:title>
  <dc:creator>Arya Sharma</dc:creator>
  <cp:lastModifiedBy>Arya Sharma</cp:lastModifiedBy>
  <cp:revision>13</cp:revision>
  <dcterms:created xsi:type="dcterms:W3CDTF">2024-01-15T08:24:41Z</dcterms:created>
  <dcterms:modified xsi:type="dcterms:W3CDTF">2024-01-17T05:46:36Z</dcterms:modified>
</cp:coreProperties>
</file>